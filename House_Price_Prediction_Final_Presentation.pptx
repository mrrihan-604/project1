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82F49"/>
          </a:solidFill>
          <a:ln>
            <a:solidFill>
              <a:srgbClr val="08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49640" y="777240"/>
            <a:ext cx="246888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6766560" cy="1417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HOUSE PRICE
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594360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0">
                <a:solidFill>
                  <a:srgbClr val="BAE6FD"/>
                </a:solidFill>
                <a:latin typeface="Aptos"/>
              </a:rPr>
              <a:t>From property data to an actionable valuation 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502920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Machine learning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658368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Linear regression  |  1,000 records  |  7 predictive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4114800"/>
            <a:ext cx="438912" cy="1828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50807" y="434340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15400" y="434340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50807" y="468172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468172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50807" y="502005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502005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26880" y="3200400"/>
            <a:ext cx="438912" cy="27432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36607" y="342900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01200" y="342900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36607" y="376732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0" y="376732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36607" y="410565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01200" y="410565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12680" y="4572000"/>
            <a:ext cx="438912" cy="13716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22407" y="480060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87000" y="480060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122407" y="513892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87000" y="513892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122407" y="547725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287000" y="547725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698480" y="2468880"/>
            <a:ext cx="438912" cy="3474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808207" y="269748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972800" y="2697480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808207" y="303580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0" y="3035808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808207" y="337413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972800" y="3374136"/>
            <a:ext cx="109728" cy="7315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8458200" y="5961888"/>
            <a:ext cx="2834640" cy="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01 |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The question behind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6492240" cy="6858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Can property characteristics support a reliable first-pass estimate of selling price?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9689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514600"/>
            <a:ext cx="592531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Support faster, more consistent property 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27248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3044952"/>
            <a:ext cx="592531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Translate mixed numeric and categorical data into one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3575304"/>
            <a:ext cx="592531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Give users a simple interface for testing property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3566160" cy="3886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1783080"/>
            <a:ext cx="274320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ptos"/>
              </a:rPr>
              <a:t>PROJECT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40280"/>
            <a:ext cx="2651760" cy="7772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A reusable prediction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337560"/>
            <a:ext cx="2697480" cy="7315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Clean data  →  explore patterns  →  train model  →  estimate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572000"/>
            <a:ext cx="242316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4663440"/>
            <a:ext cx="2148840" cy="1828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Desktop prediction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02 |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Dataset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07899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2011679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2011679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49424"/>
            <a:ext cx="2011679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417320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73152" cy="107899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1581912"/>
            <a:ext cx="2011679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810512"/>
            <a:ext cx="2011679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249424"/>
            <a:ext cx="2011679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including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417320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06440" y="1417320"/>
            <a:ext cx="73152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07607" y="1581912"/>
            <a:ext cx="2011679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7" y="1810512"/>
            <a:ext cx="2011679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2249424"/>
            <a:ext cx="2011679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missing / duplicate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417320"/>
            <a:ext cx="233172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1417320"/>
            <a:ext cx="73152" cy="10789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7928" y="1581912"/>
            <a:ext cx="2011679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TEST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1810512"/>
            <a:ext cx="2011679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80 /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28" y="2249424"/>
            <a:ext cx="2011679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random_state = 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80360"/>
            <a:ext cx="237744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Predictors used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33756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3429000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Square_Feet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33756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38728" y="3429000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Bedrooms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33756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3429000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Bathrooms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337560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8" y="3429000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Floors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995928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4087368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Year_Built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3995928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38728" y="4087368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Location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995928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36208" y="4087368"/>
            <a:ext cx="21031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Condition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66360"/>
            <a:ext cx="182880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Target: Price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175504"/>
            <a:ext cx="54864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House_ID is retained for identification but excluded from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03 | EDA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What the exploratory analysis revealed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53312"/>
            <a:ext cx="5532120" cy="4526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quare_feet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516636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166360"/>
            <a:ext cx="475488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Larger homes generally command higher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475488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The relationship is strong enough to make floor area a useful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53312"/>
            <a:ext cx="5257800" cy="4526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cation_vs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72768"/>
            <a:ext cx="4892040" cy="3337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5166360"/>
            <a:ext cx="448056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Location adds meaningful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486400"/>
            <a:ext cx="457200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Categorical features are encoded so the model can learn group-level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04 | MODELING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From raw rows to a price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783080" cy="2240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457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13716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63240"/>
            <a:ext cx="141732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Read source CSV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42032" y="2971800"/>
            <a:ext cx="338328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1874519"/>
            <a:ext cx="1783080" cy="2240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2084831"/>
            <a:ext cx="457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514600"/>
            <a:ext cx="13716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063240"/>
            <a:ext cx="141732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Impute + scale numeric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82312" y="2971800"/>
            <a:ext cx="338328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874519"/>
            <a:ext cx="1783080" cy="2240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76672" y="2084831"/>
            <a:ext cx="457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514600"/>
            <a:ext cx="13716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063240"/>
            <a:ext cx="141732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One-hot encode categories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22592" y="2971800"/>
            <a:ext cx="338328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0" y="1874519"/>
            <a:ext cx="1783080" cy="2240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2084831"/>
            <a:ext cx="457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514600"/>
            <a:ext cx="13716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063240"/>
            <a:ext cx="141732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Fit linear regression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62872" y="2971800"/>
            <a:ext cx="338328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640" y="1874519"/>
            <a:ext cx="1783080" cy="2240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57232" y="2084831"/>
            <a:ext cx="457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514600"/>
            <a:ext cx="13716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3063240"/>
            <a:ext cx="141732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Score held-out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074920"/>
            <a:ext cx="100584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The complete preprocessing and model pipeline is saved as a reusable Joblib artifact.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596128"/>
            <a:ext cx="434340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Aptos"/>
              </a:rPr>
              <a:t>trained_house_price_model.joblib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05 |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Performance on unseen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Held-out results from a fixed 20% test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1089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73152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2788920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27889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0.9485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06624"/>
            <a:ext cx="27889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variance explained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74519"/>
            <a:ext cx="31089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874519"/>
            <a:ext cx="73152" cy="107899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2039112"/>
            <a:ext cx="2788920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27889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$23,575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706624"/>
            <a:ext cx="27889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average absolute 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74519"/>
            <a:ext cx="31089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874519"/>
            <a:ext cx="73152" cy="10789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2039112"/>
            <a:ext cx="2788920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267712"/>
            <a:ext cx="2788920" cy="3931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$30,269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706624"/>
            <a:ext cx="278892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penalizes larger errors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687" y="3745265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005072"/>
            <a:ext cx="128016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Aptos"/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886200"/>
            <a:ext cx="8641080" cy="56692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The model explains approximately 94.8% of price variation in this held-out split. The error metrics are dataset-specific and should be revalidated before real-world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548640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Model: LinearRegression  |  random_state: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167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06 |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 usable path from input to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749039" cy="4251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2926080" cy="7315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REAL ESTATE
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56032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300" b="1">
                <a:solidFill>
                  <a:srgbClr val="BAE6FD"/>
                </a:solidFill>
                <a:latin typeface="Aptos"/>
              </a:rPr>
              <a:t>Property characteristics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383280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429000"/>
            <a:ext cx="2194560" cy="1371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Square_Feet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76472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822191"/>
            <a:ext cx="2194560" cy="1371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Bedrooms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169664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215384"/>
            <a:ext cx="2194560" cy="1371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Bathrooms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562856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608576"/>
            <a:ext cx="2194560" cy="1371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tos"/>
              </a:rPr>
              <a:t>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983480"/>
            <a:ext cx="2697480" cy="3840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5074920"/>
            <a:ext cx="2423160" cy="16459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Estimate selling price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54880" y="3474720"/>
            <a:ext cx="100584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74920" y="3145536"/>
            <a:ext cx="32004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011680"/>
            <a:ext cx="4800600" cy="30632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423160"/>
            <a:ext cx="384048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EXAMPLE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907792"/>
            <a:ext cx="3840480" cy="6400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3100" b="1">
                <a:solidFill>
                  <a:srgbClr val="0F172A"/>
                </a:solidFill>
                <a:latin typeface="Aptos"/>
              </a:rPr>
              <a:t>$ 486,250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977639"/>
            <a:ext cx="365760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A simple desktop interface makes the trained pipeline accessible for scenario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ptos"/>
              </a:rPr>
              <a:t>07 |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What this project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475488"/>
            <a:ext cx="50292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955279" cy="4114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A complete, reproducible baseline for property price estimation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3969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057400"/>
            <a:ext cx="583387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Documented business objective and data understanding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42615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560320"/>
            <a:ext cx="583387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EDA visuals for numeric and categorical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4553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063240"/>
            <a:ext cx="583387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Reusable preprocessing + model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4845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566160"/>
            <a:ext cx="583387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Saved predictions and evaluation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5137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069080"/>
            <a:ext cx="5833872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Desktop interface for interactive estimates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60020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1965960"/>
            <a:ext cx="228600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NEXT STEPS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55117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2468880"/>
            <a:ext cx="2450591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Compare additional regression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00837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56448" y="2926080"/>
            <a:ext cx="2450591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Use cross-validation for stability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46557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3383280"/>
            <a:ext cx="2450591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Add richer location and market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922776"/>
            <a:ext cx="82296" cy="82296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3840480"/>
            <a:ext cx="2450591" cy="310896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Monitor error on newer listings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27432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Thank 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870448"/>
            <a:ext cx="3063240" cy="20116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House Price Prediction | 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449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RIHAN KANI</cp:lastModifiedBy>
  <cp:revision>2</cp:revision>
  <dcterms:created xsi:type="dcterms:W3CDTF">2013-01-27T09:14:16Z</dcterms:created>
  <dcterms:modified xsi:type="dcterms:W3CDTF">2026-09-07T09:30:24Z</dcterms:modified>
  <cp:category/>
</cp:coreProperties>
</file>